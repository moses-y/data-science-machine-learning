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Raleway Medium" charset="1" panose="00000000000000000000"/>
      <p:regular r:id="rId17"/>
    </p:embeddedFont>
    <p:embeddedFont>
      <p:font typeface="Raleway Semi-Bold" charset="1" panose="00000000000000000000"/>
      <p:regular r:id="rId18"/>
    </p:embeddedFont>
    <p:embeddedFont>
      <p:font typeface="Raleway Bold" charset="1" panose="000000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BF6F1"/>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923791" y="-783256"/>
            <a:ext cx="11853512" cy="11853512"/>
          </a:xfrm>
          <a:custGeom>
            <a:avLst/>
            <a:gdLst/>
            <a:ahLst/>
            <a:cxnLst/>
            <a:rect r="r" b="b" t="t" l="l"/>
            <a:pathLst>
              <a:path h="11853512" w="11853512">
                <a:moveTo>
                  <a:pt x="0" y="0"/>
                </a:moveTo>
                <a:lnTo>
                  <a:pt x="11853513" y="0"/>
                </a:lnTo>
                <a:lnTo>
                  <a:pt x="11853513" y="11853512"/>
                </a:lnTo>
                <a:lnTo>
                  <a:pt x="0" y="118535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1708050" y="2014066"/>
            <a:ext cx="5746778" cy="6258867"/>
          </a:xfrm>
          <a:custGeom>
            <a:avLst/>
            <a:gdLst/>
            <a:ahLst/>
            <a:cxnLst/>
            <a:rect r="r" b="b" t="t" l="l"/>
            <a:pathLst>
              <a:path h="6258867" w="5746778">
                <a:moveTo>
                  <a:pt x="0" y="0"/>
                </a:moveTo>
                <a:lnTo>
                  <a:pt x="5746778" y="0"/>
                </a:lnTo>
                <a:lnTo>
                  <a:pt x="5746778" y="6258868"/>
                </a:lnTo>
                <a:lnTo>
                  <a:pt x="0" y="625886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219200" y="3142433"/>
            <a:ext cx="8380612" cy="3459100"/>
          </a:xfrm>
          <a:prstGeom prst="rect">
            <a:avLst/>
          </a:prstGeom>
        </p:spPr>
        <p:txBody>
          <a:bodyPr anchor="t" rtlCol="false" tIns="0" lIns="0" bIns="0" rIns="0">
            <a:spAutoFit/>
          </a:bodyPr>
          <a:lstStyle/>
          <a:p>
            <a:pPr algn="l" marL="0" indent="0" lvl="1">
              <a:lnSpc>
                <a:spcPts val="13086"/>
              </a:lnSpc>
            </a:pPr>
            <a:r>
              <a:rPr lang="en-US" b="true" sz="14540" spc="-668">
                <a:solidFill>
                  <a:srgbClr val="00694C"/>
                </a:solidFill>
                <a:latin typeface="Raleway Medium"/>
                <a:ea typeface="Raleway Medium"/>
                <a:cs typeface="Raleway Medium"/>
                <a:sym typeface="Raleway Medium"/>
              </a:rPr>
              <a:t>Analysis of results</a:t>
            </a:r>
          </a:p>
        </p:txBody>
      </p:sp>
      <p:sp>
        <p:nvSpPr>
          <p:cNvPr name="TextBox 5" id="5"/>
          <p:cNvSpPr txBox="true"/>
          <p:nvPr/>
        </p:nvSpPr>
        <p:spPr>
          <a:xfrm rot="0">
            <a:off x="1219200" y="6611167"/>
            <a:ext cx="9179504" cy="752475"/>
          </a:xfrm>
          <a:prstGeom prst="rect">
            <a:avLst/>
          </a:prstGeom>
        </p:spPr>
        <p:txBody>
          <a:bodyPr anchor="t" rtlCol="false" tIns="0" lIns="0" bIns="0" rIns="0">
            <a:spAutoFit/>
          </a:bodyPr>
          <a:lstStyle/>
          <a:p>
            <a:pPr algn="l" marL="0" indent="0" lvl="1">
              <a:lnSpc>
                <a:spcPts val="5400"/>
              </a:lnSpc>
            </a:pPr>
            <a:r>
              <a:rPr lang="en-US" b="true" sz="6000" spc="-276">
                <a:solidFill>
                  <a:srgbClr val="00694C"/>
                </a:solidFill>
                <a:latin typeface="Raleway Medium"/>
                <a:ea typeface="Raleway Medium"/>
                <a:cs typeface="Raleway Medium"/>
                <a:sym typeface="Raleway Medium"/>
              </a:rPr>
              <a:t>Trends and challenges</a:t>
            </a:r>
          </a:p>
        </p:txBody>
      </p:sp>
      <p:sp>
        <p:nvSpPr>
          <p:cNvPr name="TextBox 6" id="6"/>
          <p:cNvSpPr txBox="true"/>
          <p:nvPr/>
        </p:nvSpPr>
        <p:spPr>
          <a:xfrm rot="0">
            <a:off x="1219200" y="8877297"/>
            <a:ext cx="9179504" cy="381003"/>
          </a:xfrm>
          <a:prstGeom prst="rect">
            <a:avLst/>
          </a:prstGeom>
        </p:spPr>
        <p:txBody>
          <a:bodyPr anchor="t" rtlCol="false" tIns="0" lIns="0" bIns="0" rIns="0">
            <a:spAutoFit/>
          </a:bodyPr>
          <a:lstStyle/>
          <a:p>
            <a:pPr algn="l" marL="0" indent="0" lvl="1">
              <a:lnSpc>
                <a:spcPts val="2700"/>
              </a:lnSpc>
            </a:pPr>
            <a:r>
              <a:rPr lang="en-US" b="true" sz="3000" spc="-138">
                <a:solidFill>
                  <a:srgbClr val="00694C"/>
                </a:solidFill>
                <a:latin typeface="Raleway Medium"/>
                <a:ea typeface="Raleway Medium"/>
                <a:cs typeface="Raleway Medium"/>
                <a:sym typeface="Raleway Medium"/>
              </a:rPr>
              <a:t>www.reallygreatsite.com</a:t>
            </a:r>
          </a:p>
        </p:txBody>
      </p:sp>
      <p:sp>
        <p:nvSpPr>
          <p:cNvPr name="TextBox 7" id="7"/>
          <p:cNvSpPr txBox="true"/>
          <p:nvPr/>
        </p:nvSpPr>
        <p:spPr>
          <a:xfrm rot="0">
            <a:off x="1219200" y="1104900"/>
            <a:ext cx="9179504" cy="381003"/>
          </a:xfrm>
          <a:prstGeom prst="rect">
            <a:avLst/>
          </a:prstGeom>
        </p:spPr>
        <p:txBody>
          <a:bodyPr anchor="t" rtlCol="false" tIns="0" lIns="0" bIns="0" rIns="0">
            <a:spAutoFit/>
          </a:bodyPr>
          <a:lstStyle/>
          <a:p>
            <a:pPr algn="l" marL="0" indent="0" lvl="1">
              <a:lnSpc>
                <a:spcPts val="2700"/>
              </a:lnSpc>
            </a:pPr>
            <a:r>
              <a:rPr lang="en-US" b="true" sz="3000" spc="-138">
                <a:solidFill>
                  <a:srgbClr val="00694C"/>
                </a:solidFill>
                <a:latin typeface="Raleway Medium"/>
                <a:ea typeface="Raleway Medium"/>
                <a:cs typeface="Raleway Medium"/>
                <a:sym typeface="Raleway Medium"/>
              </a:rPr>
              <a:t>Presented by Sandra Haro</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A9DFD0"/>
        </a:solidFill>
      </p:bgPr>
    </p:bg>
    <p:spTree>
      <p:nvGrpSpPr>
        <p:cNvPr id="1" name=""/>
        <p:cNvGrpSpPr/>
        <p:nvPr/>
      </p:nvGrpSpPr>
      <p:grpSpPr>
        <a:xfrm>
          <a:off x="0" y="0"/>
          <a:ext cx="0" cy="0"/>
          <a:chOff x="0" y="0"/>
          <a:chExt cx="0" cy="0"/>
        </a:xfrm>
      </p:grpSpPr>
      <p:sp>
        <p:nvSpPr>
          <p:cNvPr name="Freeform 2" id="2"/>
          <p:cNvSpPr/>
          <p:nvPr/>
        </p:nvSpPr>
        <p:spPr>
          <a:xfrm flipH="false" flipV="false" rot="0">
            <a:off x="10546079" y="1920197"/>
            <a:ext cx="6270790" cy="6446606"/>
          </a:xfrm>
          <a:custGeom>
            <a:avLst/>
            <a:gdLst/>
            <a:ahLst/>
            <a:cxnLst/>
            <a:rect r="r" b="b" t="t" l="l"/>
            <a:pathLst>
              <a:path h="6446606" w="6270790">
                <a:moveTo>
                  <a:pt x="0" y="0"/>
                </a:moveTo>
                <a:lnTo>
                  <a:pt x="6270790" y="0"/>
                </a:lnTo>
                <a:lnTo>
                  <a:pt x="6270790" y="6446606"/>
                </a:lnTo>
                <a:lnTo>
                  <a:pt x="0" y="64466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3" id="3"/>
          <p:cNvSpPr txBox="true"/>
          <p:nvPr/>
        </p:nvSpPr>
        <p:spPr>
          <a:xfrm rot="0">
            <a:off x="1219200" y="2075229"/>
            <a:ext cx="7924800" cy="3535343"/>
          </a:xfrm>
          <a:prstGeom prst="rect">
            <a:avLst/>
          </a:prstGeom>
        </p:spPr>
        <p:txBody>
          <a:bodyPr anchor="t" rtlCol="false" tIns="0" lIns="0" bIns="0" rIns="0">
            <a:spAutoFit/>
          </a:bodyPr>
          <a:lstStyle/>
          <a:p>
            <a:pPr algn="l" marL="0" indent="0" lvl="1">
              <a:lnSpc>
                <a:spcPts val="9037"/>
              </a:lnSpc>
            </a:pPr>
            <a:r>
              <a:rPr lang="en-US" b="true" sz="10041" spc="-461">
                <a:solidFill>
                  <a:srgbClr val="00694C"/>
                </a:solidFill>
                <a:latin typeface="Raleway Medium"/>
                <a:ea typeface="Raleway Medium"/>
                <a:cs typeface="Raleway Medium"/>
                <a:sym typeface="Raleway Medium"/>
              </a:rPr>
              <a:t>Introduction to results analysis</a:t>
            </a:r>
          </a:p>
        </p:txBody>
      </p:sp>
      <p:sp>
        <p:nvSpPr>
          <p:cNvPr name="TextBox 4" id="4"/>
          <p:cNvSpPr txBox="true"/>
          <p:nvPr/>
        </p:nvSpPr>
        <p:spPr>
          <a:xfrm rot="0">
            <a:off x="1219200" y="5762577"/>
            <a:ext cx="7635008" cy="2725420"/>
          </a:xfrm>
          <a:prstGeom prst="rect">
            <a:avLst/>
          </a:prstGeom>
        </p:spPr>
        <p:txBody>
          <a:bodyPr anchor="t" rtlCol="false" tIns="0" lIns="0" bIns="0" rIns="0">
            <a:spAutoFit/>
          </a:bodyPr>
          <a:lstStyle/>
          <a:p>
            <a:pPr algn="l">
              <a:lnSpc>
                <a:spcPts val="3080"/>
              </a:lnSpc>
              <a:spcBef>
                <a:spcPct val="0"/>
              </a:spcBef>
            </a:pPr>
            <a:r>
              <a:rPr lang="en-US" b="true" sz="2200">
                <a:solidFill>
                  <a:srgbClr val="00694C"/>
                </a:solidFill>
                <a:latin typeface="Raleway Semi-Bold"/>
                <a:ea typeface="Raleway Semi-Bold"/>
                <a:cs typeface="Raleway Semi-Bold"/>
                <a:sym typeface="Raleway Semi-Bold"/>
              </a:rPr>
              <a:t>Lorem ipsum dolor sit amet, consectetur adipiscing elit, sed do eiusmod tempor incididunt ut labore et dolore magna aliqua.</a:t>
            </a:r>
          </a:p>
          <a:p>
            <a:pPr algn="l">
              <a:lnSpc>
                <a:spcPts val="3080"/>
              </a:lnSpc>
              <a:spcBef>
                <a:spcPct val="0"/>
              </a:spcBef>
            </a:pPr>
            <a:r>
              <a:rPr lang="en-US" b="true" sz="2200">
                <a:solidFill>
                  <a:srgbClr val="00694C"/>
                </a:solidFill>
                <a:latin typeface="Raleway Semi-Bold"/>
                <a:ea typeface="Raleway Semi-Bold"/>
                <a:cs typeface="Raleway Semi-Bold"/>
                <a:sym typeface="Raleway Semi-Bold"/>
              </a:rPr>
              <a:t>Ut enim ad minim veniam, quis nostrud exercitation ullamco laboris nisi ut aliquip ex ea commodo consequat. Duis aute irure dolor in reprehenderit in voluptate velit esse cillum dolore eu fugiat nulla pariatur.</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BF6F1"/>
        </a:solidFill>
      </p:bgPr>
    </p:bg>
    <p:spTree>
      <p:nvGrpSpPr>
        <p:cNvPr id="1" name=""/>
        <p:cNvGrpSpPr/>
        <p:nvPr/>
      </p:nvGrpSpPr>
      <p:grpSpPr>
        <a:xfrm>
          <a:off x="0" y="0"/>
          <a:ext cx="0" cy="0"/>
          <a:chOff x="0" y="0"/>
          <a:chExt cx="0" cy="0"/>
        </a:xfrm>
      </p:grpSpPr>
      <p:sp>
        <p:nvSpPr>
          <p:cNvPr name="TextBox 2" id="2"/>
          <p:cNvSpPr txBox="true"/>
          <p:nvPr/>
        </p:nvSpPr>
        <p:spPr>
          <a:xfrm rot="0">
            <a:off x="1219200" y="2075229"/>
            <a:ext cx="7924800" cy="3535343"/>
          </a:xfrm>
          <a:prstGeom prst="rect">
            <a:avLst/>
          </a:prstGeom>
        </p:spPr>
        <p:txBody>
          <a:bodyPr anchor="t" rtlCol="false" tIns="0" lIns="0" bIns="0" rIns="0">
            <a:spAutoFit/>
          </a:bodyPr>
          <a:lstStyle/>
          <a:p>
            <a:pPr algn="l" marL="0" indent="0" lvl="1">
              <a:lnSpc>
                <a:spcPts val="9037"/>
              </a:lnSpc>
            </a:pPr>
            <a:r>
              <a:rPr lang="en-US" b="true" sz="10041" spc="-461">
                <a:solidFill>
                  <a:srgbClr val="00694C"/>
                </a:solidFill>
                <a:latin typeface="Raleway Medium"/>
                <a:ea typeface="Raleway Medium"/>
                <a:cs typeface="Raleway Medium"/>
                <a:sym typeface="Raleway Medium"/>
              </a:rPr>
              <a:t>Methodology used in the analysis</a:t>
            </a:r>
          </a:p>
        </p:txBody>
      </p:sp>
      <p:sp>
        <p:nvSpPr>
          <p:cNvPr name="TextBox 3" id="3"/>
          <p:cNvSpPr txBox="true"/>
          <p:nvPr/>
        </p:nvSpPr>
        <p:spPr>
          <a:xfrm rot="0">
            <a:off x="1219200" y="5762577"/>
            <a:ext cx="7635008" cy="2725420"/>
          </a:xfrm>
          <a:prstGeom prst="rect">
            <a:avLst/>
          </a:prstGeom>
        </p:spPr>
        <p:txBody>
          <a:bodyPr anchor="t" rtlCol="false" tIns="0" lIns="0" bIns="0" rIns="0">
            <a:spAutoFit/>
          </a:bodyPr>
          <a:lstStyle/>
          <a:p>
            <a:pPr algn="l">
              <a:lnSpc>
                <a:spcPts val="3080"/>
              </a:lnSpc>
              <a:spcBef>
                <a:spcPct val="0"/>
              </a:spcBef>
            </a:pPr>
            <a:r>
              <a:rPr lang="en-US" b="true" sz="2200">
                <a:solidFill>
                  <a:srgbClr val="00694C"/>
                </a:solidFill>
                <a:latin typeface="Raleway Semi-Bold"/>
                <a:ea typeface="Raleway Semi-Bold"/>
                <a:cs typeface="Raleway Semi-Bold"/>
                <a:sym typeface="Raleway Semi-Bold"/>
              </a:rPr>
              <a:t>Lorem ipsum dolor sit amet, consectetur adipiscing elit, sed do eiusmod tempor incididunt ut labore et dolore magna aliqua.</a:t>
            </a:r>
          </a:p>
          <a:p>
            <a:pPr algn="l">
              <a:lnSpc>
                <a:spcPts val="3080"/>
              </a:lnSpc>
              <a:spcBef>
                <a:spcPct val="0"/>
              </a:spcBef>
            </a:pPr>
            <a:r>
              <a:rPr lang="en-US" b="true" sz="2200">
                <a:solidFill>
                  <a:srgbClr val="00694C"/>
                </a:solidFill>
                <a:latin typeface="Raleway Semi-Bold"/>
                <a:ea typeface="Raleway Semi-Bold"/>
                <a:cs typeface="Raleway Semi-Bold"/>
                <a:sym typeface="Raleway Semi-Bold"/>
              </a:rPr>
              <a:t>Ut enim ad minim veniam, quis nostrud exercitation ullamco laboris nisi ut aliquip ex ea commodo consequat. Duis aute irure dolor in reprehenderit in voluptate velit esse cillum dolore eu fugiat nulla pariatur.</a:t>
            </a:r>
          </a:p>
        </p:txBody>
      </p:sp>
      <p:pic>
        <p:nvPicPr>
          <p:cNvPr name="Picture 4" id="4"/>
          <p:cNvPicPr>
            <a:picLocks noChangeAspect="true"/>
          </p:cNvPicPr>
          <p:nvPr/>
        </p:nvPicPr>
        <p:blipFill>
          <a:blip r:embed="rId2"/>
          <a:stretch>
            <a:fillRect/>
          </a:stretch>
        </p:blipFill>
        <p:spPr>
          <a:xfrm rot="0">
            <a:off x="9260071" y="971107"/>
            <a:ext cx="8539764" cy="8344786"/>
          </a:xfrm>
          <a:prstGeom prst="rect">
            <a:avLst/>
          </a:prstGeom>
        </p:spPr>
      </p:pic>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A9DFD0"/>
        </a:solidFill>
      </p:bgPr>
    </p:bg>
    <p:spTree>
      <p:nvGrpSpPr>
        <p:cNvPr id="1" name=""/>
        <p:cNvGrpSpPr/>
        <p:nvPr/>
      </p:nvGrpSpPr>
      <p:grpSpPr>
        <a:xfrm>
          <a:off x="0" y="0"/>
          <a:ext cx="0" cy="0"/>
          <a:chOff x="0" y="0"/>
          <a:chExt cx="0" cy="0"/>
        </a:xfrm>
      </p:grpSpPr>
      <p:sp>
        <p:nvSpPr>
          <p:cNvPr name="Freeform 2" id="2"/>
          <p:cNvSpPr/>
          <p:nvPr/>
        </p:nvSpPr>
        <p:spPr>
          <a:xfrm flipH="false" flipV="false" rot="0">
            <a:off x="13433372" y="8084666"/>
            <a:ext cx="5277926" cy="4404669"/>
          </a:xfrm>
          <a:custGeom>
            <a:avLst/>
            <a:gdLst/>
            <a:ahLst/>
            <a:cxnLst/>
            <a:rect r="r" b="b" t="t" l="l"/>
            <a:pathLst>
              <a:path h="4404669" w="5277926">
                <a:moveTo>
                  <a:pt x="0" y="0"/>
                </a:moveTo>
                <a:lnTo>
                  <a:pt x="5277926" y="0"/>
                </a:lnTo>
                <a:lnTo>
                  <a:pt x="5277926" y="4404668"/>
                </a:lnTo>
                <a:lnTo>
                  <a:pt x="0" y="44046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1302276" y="-2383108"/>
            <a:ext cx="4661953" cy="4748285"/>
          </a:xfrm>
          <a:custGeom>
            <a:avLst/>
            <a:gdLst/>
            <a:ahLst/>
            <a:cxnLst/>
            <a:rect r="r" b="b" t="t" l="l"/>
            <a:pathLst>
              <a:path h="4748285" w="4661953">
                <a:moveTo>
                  <a:pt x="0" y="0"/>
                </a:moveTo>
                <a:lnTo>
                  <a:pt x="4661952" y="0"/>
                </a:lnTo>
                <a:lnTo>
                  <a:pt x="4661952" y="4748285"/>
                </a:lnTo>
                <a:lnTo>
                  <a:pt x="0" y="474828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4254217" y="2841427"/>
            <a:ext cx="9779565" cy="2392343"/>
          </a:xfrm>
          <a:prstGeom prst="rect">
            <a:avLst/>
          </a:prstGeom>
        </p:spPr>
        <p:txBody>
          <a:bodyPr anchor="t" rtlCol="false" tIns="0" lIns="0" bIns="0" rIns="0">
            <a:spAutoFit/>
          </a:bodyPr>
          <a:lstStyle/>
          <a:p>
            <a:pPr algn="ctr" marL="0" indent="0" lvl="1">
              <a:lnSpc>
                <a:spcPts val="9037"/>
              </a:lnSpc>
            </a:pPr>
            <a:r>
              <a:rPr lang="en-US" b="true" sz="10041" spc="-461">
                <a:solidFill>
                  <a:srgbClr val="00694C"/>
                </a:solidFill>
                <a:latin typeface="Raleway Medium"/>
                <a:ea typeface="Raleway Medium"/>
                <a:cs typeface="Raleway Medium"/>
                <a:sym typeface="Raleway Medium"/>
              </a:rPr>
              <a:t>Overview of current trends</a:t>
            </a:r>
          </a:p>
        </p:txBody>
      </p:sp>
      <p:sp>
        <p:nvSpPr>
          <p:cNvPr name="TextBox 5" id="5"/>
          <p:cNvSpPr txBox="true"/>
          <p:nvPr/>
        </p:nvSpPr>
        <p:spPr>
          <a:xfrm rot="0">
            <a:off x="3344453" y="5386903"/>
            <a:ext cx="11599094" cy="2334895"/>
          </a:xfrm>
          <a:prstGeom prst="rect">
            <a:avLst/>
          </a:prstGeom>
        </p:spPr>
        <p:txBody>
          <a:bodyPr anchor="t" rtlCol="false" tIns="0" lIns="0" bIns="0" rIns="0">
            <a:spAutoFit/>
          </a:bodyPr>
          <a:lstStyle/>
          <a:p>
            <a:pPr algn="ctr">
              <a:lnSpc>
                <a:spcPts val="3080"/>
              </a:lnSpc>
              <a:spcBef>
                <a:spcPct val="0"/>
              </a:spcBef>
            </a:pPr>
            <a:r>
              <a:rPr lang="en-US" b="true" sz="2200">
                <a:solidFill>
                  <a:srgbClr val="00694C"/>
                </a:solidFill>
                <a:latin typeface="Raleway Semi-Bold"/>
                <a:ea typeface="Raleway Semi-Bold"/>
                <a:cs typeface="Raleway Semi-Bold"/>
                <a:sym typeface="Raleway Semi-Bold"/>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FBF6F1"/>
        </a:solidFill>
      </p:bgPr>
    </p:bg>
    <p:spTree>
      <p:nvGrpSpPr>
        <p:cNvPr id="1" name=""/>
        <p:cNvGrpSpPr/>
        <p:nvPr/>
      </p:nvGrpSpPr>
      <p:grpSpPr>
        <a:xfrm>
          <a:off x="0" y="0"/>
          <a:ext cx="0" cy="0"/>
          <a:chOff x="0" y="0"/>
          <a:chExt cx="0" cy="0"/>
        </a:xfrm>
      </p:grpSpPr>
      <p:grpSp>
        <p:nvGrpSpPr>
          <p:cNvPr name="Group 2" id="2"/>
          <p:cNvGrpSpPr/>
          <p:nvPr/>
        </p:nvGrpSpPr>
        <p:grpSpPr>
          <a:xfrm rot="0">
            <a:off x="6497251" y="4028229"/>
            <a:ext cx="5293498" cy="4944885"/>
            <a:chOff x="0" y="0"/>
            <a:chExt cx="1394172" cy="1302357"/>
          </a:xfrm>
        </p:grpSpPr>
        <p:sp>
          <p:nvSpPr>
            <p:cNvPr name="Freeform 3" id="3"/>
            <p:cNvSpPr/>
            <p:nvPr/>
          </p:nvSpPr>
          <p:spPr>
            <a:xfrm flipH="false" flipV="false" rot="0">
              <a:off x="0" y="0"/>
              <a:ext cx="1394172" cy="1302357"/>
            </a:xfrm>
            <a:custGeom>
              <a:avLst/>
              <a:gdLst/>
              <a:ahLst/>
              <a:cxnLst/>
              <a:rect r="r" b="b" t="t" l="l"/>
              <a:pathLst>
                <a:path h="1302357" w="1394172">
                  <a:moveTo>
                    <a:pt x="11700" y="0"/>
                  </a:moveTo>
                  <a:lnTo>
                    <a:pt x="1382472" y="0"/>
                  </a:lnTo>
                  <a:cubicBezTo>
                    <a:pt x="1388934" y="0"/>
                    <a:pt x="1394172" y="5238"/>
                    <a:pt x="1394172" y="11700"/>
                  </a:cubicBezTo>
                  <a:lnTo>
                    <a:pt x="1394172" y="1290656"/>
                  </a:lnTo>
                  <a:cubicBezTo>
                    <a:pt x="1394172" y="1297118"/>
                    <a:pt x="1388934" y="1302357"/>
                    <a:pt x="1382472" y="1302357"/>
                  </a:cubicBezTo>
                  <a:lnTo>
                    <a:pt x="11700" y="1302357"/>
                  </a:lnTo>
                  <a:cubicBezTo>
                    <a:pt x="5238" y="1302357"/>
                    <a:pt x="0" y="1297118"/>
                    <a:pt x="0" y="1290656"/>
                  </a:cubicBezTo>
                  <a:lnTo>
                    <a:pt x="0" y="11700"/>
                  </a:lnTo>
                  <a:cubicBezTo>
                    <a:pt x="0" y="5238"/>
                    <a:pt x="5238" y="0"/>
                    <a:pt x="11700" y="0"/>
                  </a:cubicBezTo>
                  <a:close/>
                </a:path>
              </a:pathLst>
            </a:custGeom>
            <a:solidFill>
              <a:srgbClr val="A9DFD0"/>
            </a:solidFill>
          </p:spPr>
        </p:sp>
        <p:sp>
          <p:nvSpPr>
            <p:cNvPr name="TextBox 4" id="4"/>
            <p:cNvSpPr txBox="true"/>
            <p:nvPr/>
          </p:nvSpPr>
          <p:spPr>
            <a:xfrm>
              <a:off x="0" y="-38100"/>
              <a:ext cx="1394172" cy="1340457"/>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2215665" y="1304925"/>
            <a:ext cx="13856669" cy="2392343"/>
          </a:xfrm>
          <a:prstGeom prst="rect">
            <a:avLst/>
          </a:prstGeom>
        </p:spPr>
        <p:txBody>
          <a:bodyPr anchor="t" rtlCol="false" tIns="0" lIns="0" bIns="0" rIns="0">
            <a:spAutoFit/>
          </a:bodyPr>
          <a:lstStyle/>
          <a:p>
            <a:pPr algn="ctr" marL="0" indent="0" lvl="1">
              <a:lnSpc>
                <a:spcPts val="9037"/>
              </a:lnSpc>
            </a:pPr>
            <a:r>
              <a:rPr lang="en-US" b="true" sz="10041" spc="-461">
                <a:solidFill>
                  <a:srgbClr val="00694C"/>
                </a:solidFill>
                <a:latin typeface="Raleway Medium"/>
                <a:ea typeface="Raleway Medium"/>
                <a:cs typeface="Raleway Medium"/>
                <a:sym typeface="Raleway Medium"/>
              </a:rPr>
              <a:t>Main challenges identified</a:t>
            </a:r>
          </a:p>
        </p:txBody>
      </p:sp>
      <p:grpSp>
        <p:nvGrpSpPr>
          <p:cNvPr name="Group 6" id="6"/>
          <p:cNvGrpSpPr/>
          <p:nvPr/>
        </p:nvGrpSpPr>
        <p:grpSpPr>
          <a:xfrm rot="0">
            <a:off x="1028700" y="4028229"/>
            <a:ext cx="5293498" cy="4944885"/>
            <a:chOff x="0" y="0"/>
            <a:chExt cx="1394172" cy="1302357"/>
          </a:xfrm>
        </p:grpSpPr>
        <p:sp>
          <p:nvSpPr>
            <p:cNvPr name="Freeform 7" id="7"/>
            <p:cNvSpPr/>
            <p:nvPr/>
          </p:nvSpPr>
          <p:spPr>
            <a:xfrm flipH="false" flipV="false" rot="0">
              <a:off x="0" y="0"/>
              <a:ext cx="1394172" cy="1302357"/>
            </a:xfrm>
            <a:custGeom>
              <a:avLst/>
              <a:gdLst/>
              <a:ahLst/>
              <a:cxnLst/>
              <a:rect r="r" b="b" t="t" l="l"/>
              <a:pathLst>
                <a:path h="1302357" w="1394172">
                  <a:moveTo>
                    <a:pt x="11700" y="0"/>
                  </a:moveTo>
                  <a:lnTo>
                    <a:pt x="1382472" y="0"/>
                  </a:lnTo>
                  <a:cubicBezTo>
                    <a:pt x="1388934" y="0"/>
                    <a:pt x="1394172" y="5238"/>
                    <a:pt x="1394172" y="11700"/>
                  </a:cubicBezTo>
                  <a:lnTo>
                    <a:pt x="1394172" y="1290656"/>
                  </a:lnTo>
                  <a:cubicBezTo>
                    <a:pt x="1394172" y="1297118"/>
                    <a:pt x="1388934" y="1302357"/>
                    <a:pt x="1382472" y="1302357"/>
                  </a:cubicBezTo>
                  <a:lnTo>
                    <a:pt x="11700" y="1302357"/>
                  </a:lnTo>
                  <a:cubicBezTo>
                    <a:pt x="5238" y="1302357"/>
                    <a:pt x="0" y="1297118"/>
                    <a:pt x="0" y="1290656"/>
                  </a:cubicBezTo>
                  <a:lnTo>
                    <a:pt x="0" y="11700"/>
                  </a:lnTo>
                  <a:cubicBezTo>
                    <a:pt x="0" y="5238"/>
                    <a:pt x="5238" y="0"/>
                    <a:pt x="11700" y="0"/>
                  </a:cubicBezTo>
                  <a:close/>
                </a:path>
              </a:pathLst>
            </a:custGeom>
            <a:solidFill>
              <a:srgbClr val="A9DFD0"/>
            </a:solidFill>
          </p:spPr>
        </p:sp>
        <p:sp>
          <p:nvSpPr>
            <p:cNvPr name="TextBox 8" id="8"/>
            <p:cNvSpPr txBox="true"/>
            <p:nvPr/>
          </p:nvSpPr>
          <p:spPr>
            <a:xfrm>
              <a:off x="0" y="-38100"/>
              <a:ext cx="1394172" cy="1340457"/>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11965802" y="4028229"/>
            <a:ext cx="5293498" cy="4944885"/>
            <a:chOff x="0" y="0"/>
            <a:chExt cx="1394172" cy="1302357"/>
          </a:xfrm>
        </p:grpSpPr>
        <p:sp>
          <p:nvSpPr>
            <p:cNvPr name="Freeform 10" id="10"/>
            <p:cNvSpPr/>
            <p:nvPr/>
          </p:nvSpPr>
          <p:spPr>
            <a:xfrm flipH="false" flipV="false" rot="0">
              <a:off x="0" y="0"/>
              <a:ext cx="1394172" cy="1302357"/>
            </a:xfrm>
            <a:custGeom>
              <a:avLst/>
              <a:gdLst/>
              <a:ahLst/>
              <a:cxnLst/>
              <a:rect r="r" b="b" t="t" l="l"/>
              <a:pathLst>
                <a:path h="1302357" w="1394172">
                  <a:moveTo>
                    <a:pt x="11700" y="0"/>
                  </a:moveTo>
                  <a:lnTo>
                    <a:pt x="1382472" y="0"/>
                  </a:lnTo>
                  <a:cubicBezTo>
                    <a:pt x="1388934" y="0"/>
                    <a:pt x="1394172" y="5238"/>
                    <a:pt x="1394172" y="11700"/>
                  </a:cubicBezTo>
                  <a:lnTo>
                    <a:pt x="1394172" y="1290656"/>
                  </a:lnTo>
                  <a:cubicBezTo>
                    <a:pt x="1394172" y="1297118"/>
                    <a:pt x="1388934" y="1302357"/>
                    <a:pt x="1382472" y="1302357"/>
                  </a:cubicBezTo>
                  <a:lnTo>
                    <a:pt x="11700" y="1302357"/>
                  </a:lnTo>
                  <a:cubicBezTo>
                    <a:pt x="5238" y="1302357"/>
                    <a:pt x="0" y="1297118"/>
                    <a:pt x="0" y="1290656"/>
                  </a:cubicBezTo>
                  <a:lnTo>
                    <a:pt x="0" y="11700"/>
                  </a:lnTo>
                  <a:cubicBezTo>
                    <a:pt x="0" y="5238"/>
                    <a:pt x="5238" y="0"/>
                    <a:pt x="11700" y="0"/>
                  </a:cubicBezTo>
                  <a:close/>
                </a:path>
              </a:pathLst>
            </a:custGeom>
            <a:solidFill>
              <a:srgbClr val="A9DFD0"/>
            </a:solidFill>
          </p:spPr>
        </p:sp>
        <p:sp>
          <p:nvSpPr>
            <p:cNvPr name="TextBox 11" id="11"/>
            <p:cNvSpPr txBox="true"/>
            <p:nvPr/>
          </p:nvSpPr>
          <p:spPr>
            <a:xfrm>
              <a:off x="0" y="-38100"/>
              <a:ext cx="1394172" cy="1340457"/>
            </a:xfrm>
            <a:prstGeom prst="rect">
              <a:avLst/>
            </a:prstGeom>
          </p:spPr>
          <p:txBody>
            <a:bodyPr anchor="ctr" rtlCol="false" tIns="50800" lIns="50800" bIns="50800" rIns="50800"/>
            <a:lstStyle/>
            <a:p>
              <a:pPr algn="ctr">
                <a:lnSpc>
                  <a:spcPts val="2659"/>
                </a:lnSpc>
                <a:spcBef>
                  <a:spcPct val="0"/>
                </a:spcBef>
              </a:pPr>
            </a:p>
          </p:txBody>
        </p:sp>
      </p:grpSp>
      <p:sp>
        <p:nvSpPr>
          <p:cNvPr name="TextBox 12" id="12"/>
          <p:cNvSpPr txBox="true"/>
          <p:nvPr/>
        </p:nvSpPr>
        <p:spPr>
          <a:xfrm rot="0">
            <a:off x="2465094" y="4475904"/>
            <a:ext cx="2420710" cy="1495425"/>
          </a:xfrm>
          <a:prstGeom prst="rect">
            <a:avLst/>
          </a:prstGeom>
        </p:spPr>
        <p:txBody>
          <a:bodyPr anchor="t" rtlCol="false" tIns="0" lIns="0" bIns="0" rIns="0">
            <a:spAutoFit/>
          </a:bodyPr>
          <a:lstStyle/>
          <a:p>
            <a:pPr algn="ctr" marL="0" indent="0" lvl="1">
              <a:lnSpc>
                <a:spcPts val="10800"/>
              </a:lnSpc>
            </a:pPr>
            <a:r>
              <a:rPr lang="en-US" b="true" sz="12000" spc="-552">
                <a:solidFill>
                  <a:srgbClr val="00694C"/>
                </a:solidFill>
                <a:latin typeface="Raleway Medium"/>
                <a:ea typeface="Raleway Medium"/>
                <a:cs typeface="Raleway Medium"/>
                <a:sym typeface="Raleway Medium"/>
              </a:rPr>
              <a:t>01.</a:t>
            </a:r>
          </a:p>
        </p:txBody>
      </p:sp>
      <p:sp>
        <p:nvSpPr>
          <p:cNvPr name="TextBox 13" id="13"/>
          <p:cNvSpPr txBox="true"/>
          <p:nvPr/>
        </p:nvSpPr>
        <p:spPr>
          <a:xfrm rot="0">
            <a:off x="7933645" y="4475904"/>
            <a:ext cx="2420710" cy="1495425"/>
          </a:xfrm>
          <a:prstGeom prst="rect">
            <a:avLst/>
          </a:prstGeom>
        </p:spPr>
        <p:txBody>
          <a:bodyPr anchor="t" rtlCol="false" tIns="0" lIns="0" bIns="0" rIns="0">
            <a:spAutoFit/>
          </a:bodyPr>
          <a:lstStyle/>
          <a:p>
            <a:pPr algn="ctr" marL="0" indent="0" lvl="1">
              <a:lnSpc>
                <a:spcPts val="10800"/>
              </a:lnSpc>
            </a:pPr>
            <a:r>
              <a:rPr lang="en-US" b="true" sz="12000" spc="-552">
                <a:solidFill>
                  <a:srgbClr val="00694C"/>
                </a:solidFill>
                <a:latin typeface="Raleway Medium"/>
                <a:ea typeface="Raleway Medium"/>
                <a:cs typeface="Raleway Medium"/>
                <a:sym typeface="Raleway Medium"/>
              </a:rPr>
              <a:t>02.</a:t>
            </a:r>
          </a:p>
        </p:txBody>
      </p:sp>
      <p:sp>
        <p:nvSpPr>
          <p:cNvPr name="TextBox 14" id="14"/>
          <p:cNvSpPr txBox="true"/>
          <p:nvPr/>
        </p:nvSpPr>
        <p:spPr>
          <a:xfrm rot="0">
            <a:off x="13402196" y="4475904"/>
            <a:ext cx="2420710" cy="1495425"/>
          </a:xfrm>
          <a:prstGeom prst="rect">
            <a:avLst/>
          </a:prstGeom>
        </p:spPr>
        <p:txBody>
          <a:bodyPr anchor="t" rtlCol="false" tIns="0" lIns="0" bIns="0" rIns="0">
            <a:spAutoFit/>
          </a:bodyPr>
          <a:lstStyle/>
          <a:p>
            <a:pPr algn="ctr" marL="0" indent="0" lvl="1">
              <a:lnSpc>
                <a:spcPts val="10800"/>
              </a:lnSpc>
            </a:pPr>
            <a:r>
              <a:rPr lang="en-US" b="true" sz="12000" spc="-552">
                <a:solidFill>
                  <a:srgbClr val="00694C"/>
                </a:solidFill>
                <a:latin typeface="Raleway Medium"/>
                <a:ea typeface="Raleway Medium"/>
                <a:cs typeface="Raleway Medium"/>
                <a:sym typeface="Raleway Medium"/>
              </a:rPr>
              <a:t>03.</a:t>
            </a:r>
          </a:p>
        </p:txBody>
      </p:sp>
      <p:sp>
        <p:nvSpPr>
          <p:cNvPr name="TextBox 15" id="15"/>
          <p:cNvSpPr txBox="true"/>
          <p:nvPr/>
        </p:nvSpPr>
        <p:spPr>
          <a:xfrm rot="0">
            <a:off x="1627876" y="6142779"/>
            <a:ext cx="4095146" cy="2202180"/>
          </a:xfrm>
          <a:prstGeom prst="rect">
            <a:avLst/>
          </a:prstGeom>
        </p:spPr>
        <p:txBody>
          <a:bodyPr anchor="t" rtlCol="false" tIns="0" lIns="0" bIns="0" rIns="0">
            <a:spAutoFit/>
          </a:bodyPr>
          <a:lstStyle/>
          <a:p>
            <a:pPr algn="just">
              <a:lnSpc>
                <a:spcPts val="2520"/>
              </a:lnSpc>
              <a:spcBef>
                <a:spcPct val="0"/>
              </a:spcBef>
            </a:pPr>
            <a:r>
              <a:rPr lang="en-US" b="true" sz="1800">
                <a:solidFill>
                  <a:srgbClr val="00694C"/>
                </a:solidFill>
                <a:latin typeface="Raleway Semi-Bold"/>
                <a:ea typeface="Raleway Semi-Bold"/>
                <a:cs typeface="Raleway Semi-Bold"/>
                <a:sym typeface="Raleway Semi-Bold"/>
              </a:rPr>
              <a:t>Lorem ipsum dolor sit amet, consectetur adipiscing elit, sed do eiusmod tempor incididunt ut labore et dolore magna aliqua. Ut enim ad minim veniam, quis nostrud exercitation ullamco laboris nisi ut aliquip ex ea commodo consequat. </a:t>
            </a:r>
          </a:p>
        </p:txBody>
      </p:sp>
      <p:sp>
        <p:nvSpPr>
          <p:cNvPr name="TextBox 16" id="16"/>
          <p:cNvSpPr txBox="true"/>
          <p:nvPr/>
        </p:nvSpPr>
        <p:spPr>
          <a:xfrm rot="0">
            <a:off x="7096427" y="6142779"/>
            <a:ext cx="4095146" cy="2202180"/>
          </a:xfrm>
          <a:prstGeom prst="rect">
            <a:avLst/>
          </a:prstGeom>
        </p:spPr>
        <p:txBody>
          <a:bodyPr anchor="t" rtlCol="false" tIns="0" lIns="0" bIns="0" rIns="0">
            <a:spAutoFit/>
          </a:bodyPr>
          <a:lstStyle/>
          <a:p>
            <a:pPr algn="just">
              <a:lnSpc>
                <a:spcPts val="2520"/>
              </a:lnSpc>
              <a:spcBef>
                <a:spcPct val="0"/>
              </a:spcBef>
            </a:pPr>
            <a:r>
              <a:rPr lang="en-US" b="true" sz="1800">
                <a:solidFill>
                  <a:srgbClr val="00694C"/>
                </a:solidFill>
                <a:latin typeface="Raleway Semi-Bold"/>
                <a:ea typeface="Raleway Semi-Bold"/>
                <a:cs typeface="Raleway Semi-Bold"/>
                <a:sym typeface="Raleway Semi-Bold"/>
              </a:rPr>
              <a:t>Lorem ipsum dolor sit amet, consectetur adipiscing elit, sed do eiusmod tempor incididunt ut labore et dolore magna aliqua. Ut enim ad minim veniam, quis nostrud exercitation ullamco laboris nisi ut aliquip ex ea commodo consequat. </a:t>
            </a:r>
          </a:p>
        </p:txBody>
      </p:sp>
      <p:sp>
        <p:nvSpPr>
          <p:cNvPr name="TextBox 17" id="17"/>
          <p:cNvSpPr txBox="true"/>
          <p:nvPr/>
        </p:nvSpPr>
        <p:spPr>
          <a:xfrm rot="0">
            <a:off x="12564978" y="6142779"/>
            <a:ext cx="4095146" cy="2202180"/>
          </a:xfrm>
          <a:prstGeom prst="rect">
            <a:avLst/>
          </a:prstGeom>
        </p:spPr>
        <p:txBody>
          <a:bodyPr anchor="t" rtlCol="false" tIns="0" lIns="0" bIns="0" rIns="0">
            <a:spAutoFit/>
          </a:bodyPr>
          <a:lstStyle/>
          <a:p>
            <a:pPr algn="just">
              <a:lnSpc>
                <a:spcPts val="2520"/>
              </a:lnSpc>
              <a:spcBef>
                <a:spcPct val="0"/>
              </a:spcBef>
            </a:pPr>
            <a:r>
              <a:rPr lang="en-US" b="true" sz="1800">
                <a:solidFill>
                  <a:srgbClr val="00694C"/>
                </a:solidFill>
                <a:latin typeface="Raleway Semi-Bold"/>
                <a:ea typeface="Raleway Semi-Bold"/>
                <a:cs typeface="Raleway Semi-Bold"/>
                <a:sym typeface="Raleway Semi-Bold"/>
              </a:rPr>
              <a:t>Lorem ipsum dolor sit amet, consectetur adipiscing elit, sed do eiusmod tempor incididunt ut labore et dolore magna aliqua. Ut enim ad minim veniam, quis nostrud exercitation ullamco laboris nisi ut aliquip ex ea commodo consequat.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A9DFD0"/>
        </a:solidFill>
      </p:bgPr>
    </p:bg>
    <p:spTree>
      <p:nvGrpSpPr>
        <p:cNvPr id="1" name=""/>
        <p:cNvGrpSpPr/>
        <p:nvPr/>
      </p:nvGrpSpPr>
      <p:grpSpPr>
        <a:xfrm>
          <a:off x="0" y="0"/>
          <a:ext cx="0" cy="0"/>
          <a:chOff x="0" y="0"/>
          <a:chExt cx="0" cy="0"/>
        </a:xfrm>
      </p:grpSpPr>
      <p:sp>
        <p:nvSpPr>
          <p:cNvPr name="Freeform 2" id="2"/>
          <p:cNvSpPr/>
          <p:nvPr/>
        </p:nvSpPr>
        <p:spPr>
          <a:xfrm flipH="false" flipV="false" rot="0">
            <a:off x="10691376" y="2217788"/>
            <a:ext cx="6567924" cy="5851423"/>
          </a:xfrm>
          <a:custGeom>
            <a:avLst/>
            <a:gdLst/>
            <a:ahLst/>
            <a:cxnLst/>
            <a:rect r="r" b="b" t="t" l="l"/>
            <a:pathLst>
              <a:path h="5851423" w="6567924">
                <a:moveTo>
                  <a:pt x="0" y="0"/>
                </a:moveTo>
                <a:lnTo>
                  <a:pt x="6567924" y="0"/>
                </a:lnTo>
                <a:lnTo>
                  <a:pt x="6567924" y="5851424"/>
                </a:lnTo>
                <a:lnTo>
                  <a:pt x="0" y="58514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3" id="3"/>
          <p:cNvSpPr txBox="true"/>
          <p:nvPr/>
        </p:nvSpPr>
        <p:spPr>
          <a:xfrm rot="0">
            <a:off x="1219200" y="2019031"/>
            <a:ext cx="7223569" cy="3129916"/>
          </a:xfrm>
          <a:prstGeom prst="rect">
            <a:avLst/>
          </a:prstGeom>
        </p:spPr>
        <p:txBody>
          <a:bodyPr anchor="t" rtlCol="false" tIns="0" lIns="0" bIns="0" rIns="0">
            <a:spAutoFit/>
          </a:bodyPr>
          <a:lstStyle/>
          <a:p>
            <a:pPr algn="l" marL="0" indent="0" lvl="1">
              <a:lnSpc>
                <a:spcPts val="8010"/>
              </a:lnSpc>
            </a:pPr>
            <a:r>
              <a:rPr lang="en-US" b="true" sz="8900" spc="-409">
                <a:solidFill>
                  <a:srgbClr val="00694C"/>
                </a:solidFill>
                <a:latin typeface="Raleway Medium"/>
                <a:ea typeface="Raleway Medium"/>
                <a:cs typeface="Raleway Medium"/>
                <a:sym typeface="Raleway Medium"/>
              </a:rPr>
              <a:t>Challenges and proposed solutions</a:t>
            </a:r>
          </a:p>
        </p:txBody>
      </p:sp>
      <p:sp>
        <p:nvSpPr>
          <p:cNvPr name="TextBox 4" id="4"/>
          <p:cNvSpPr txBox="true"/>
          <p:nvPr/>
        </p:nvSpPr>
        <p:spPr>
          <a:xfrm rot="0">
            <a:off x="3257902" y="5493901"/>
            <a:ext cx="6140551" cy="1102359"/>
          </a:xfrm>
          <a:prstGeom prst="rect">
            <a:avLst/>
          </a:prstGeom>
        </p:spPr>
        <p:txBody>
          <a:bodyPr anchor="t" rtlCol="false" tIns="0" lIns="0" bIns="0" rIns="0">
            <a:spAutoFit/>
          </a:bodyPr>
          <a:lstStyle/>
          <a:p>
            <a:pPr algn="l">
              <a:lnSpc>
                <a:spcPts val="2240"/>
              </a:lnSpc>
              <a:spcBef>
                <a:spcPct val="0"/>
              </a:spcBef>
            </a:pPr>
            <a:r>
              <a:rPr lang="en-US" b="true" sz="1600">
                <a:solidFill>
                  <a:srgbClr val="00694C"/>
                </a:solidFill>
                <a:latin typeface="Raleway Semi-Bold"/>
                <a:ea typeface="Raleway Semi-Bold"/>
                <a:cs typeface="Raleway Semi-Bold"/>
                <a:sym typeface="Raleway Semi-Bold"/>
              </a:rPr>
              <a:t>Lorem ipsum dolor sit amet, consectetur adipiscing elit, sed do eiusmod tempor incididunt ut labore et dolore magna aliqua.</a:t>
            </a:r>
          </a:p>
          <a:p>
            <a:pPr algn="l">
              <a:lnSpc>
                <a:spcPts val="2240"/>
              </a:lnSpc>
              <a:spcBef>
                <a:spcPct val="0"/>
              </a:spcBef>
            </a:pPr>
            <a:r>
              <a:rPr lang="en-US" b="true" sz="1600">
                <a:solidFill>
                  <a:srgbClr val="00694C"/>
                </a:solidFill>
                <a:latin typeface="Raleway Semi-Bold"/>
                <a:ea typeface="Raleway Semi-Bold"/>
                <a:cs typeface="Raleway Semi-Bold"/>
                <a:sym typeface="Raleway Semi-Bold"/>
              </a:rPr>
              <a:t>Ut enim ad minim veniam, quis nostrud exercitation ullamco laboris nisi ut aliquip ex ea commodo consequat.</a:t>
            </a:r>
          </a:p>
        </p:txBody>
      </p:sp>
      <p:sp>
        <p:nvSpPr>
          <p:cNvPr name="TextBox 5" id="5"/>
          <p:cNvSpPr txBox="true"/>
          <p:nvPr/>
        </p:nvSpPr>
        <p:spPr>
          <a:xfrm rot="0">
            <a:off x="1219200" y="5577572"/>
            <a:ext cx="1676876" cy="1249343"/>
          </a:xfrm>
          <a:prstGeom prst="rect">
            <a:avLst/>
          </a:prstGeom>
        </p:spPr>
        <p:txBody>
          <a:bodyPr anchor="t" rtlCol="false" tIns="0" lIns="0" bIns="0" rIns="0">
            <a:spAutoFit/>
          </a:bodyPr>
          <a:lstStyle/>
          <a:p>
            <a:pPr algn="l" marL="0" indent="0" lvl="1">
              <a:lnSpc>
                <a:spcPts val="9037"/>
              </a:lnSpc>
            </a:pPr>
            <a:r>
              <a:rPr lang="en-US" b="true" sz="10041" spc="-461">
                <a:solidFill>
                  <a:srgbClr val="00694C"/>
                </a:solidFill>
                <a:latin typeface="Raleway Medium"/>
                <a:ea typeface="Raleway Medium"/>
                <a:cs typeface="Raleway Medium"/>
                <a:sym typeface="Raleway Medium"/>
              </a:rPr>
              <a:t>01.</a:t>
            </a:r>
          </a:p>
        </p:txBody>
      </p:sp>
      <p:sp>
        <p:nvSpPr>
          <p:cNvPr name="TextBox 6" id="6"/>
          <p:cNvSpPr txBox="true"/>
          <p:nvPr/>
        </p:nvSpPr>
        <p:spPr>
          <a:xfrm rot="0">
            <a:off x="3257902" y="7173081"/>
            <a:ext cx="6140551" cy="1102359"/>
          </a:xfrm>
          <a:prstGeom prst="rect">
            <a:avLst/>
          </a:prstGeom>
        </p:spPr>
        <p:txBody>
          <a:bodyPr anchor="t" rtlCol="false" tIns="0" lIns="0" bIns="0" rIns="0">
            <a:spAutoFit/>
          </a:bodyPr>
          <a:lstStyle/>
          <a:p>
            <a:pPr algn="l">
              <a:lnSpc>
                <a:spcPts val="2240"/>
              </a:lnSpc>
              <a:spcBef>
                <a:spcPct val="0"/>
              </a:spcBef>
            </a:pPr>
            <a:r>
              <a:rPr lang="en-US" b="true" sz="1600">
                <a:solidFill>
                  <a:srgbClr val="00694C"/>
                </a:solidFill>
                <a:latin typeface="Raleway Semi-Bold"/>
                <a:ea typeface="Raleway Semi-Bold"/>
                <a:cs typeface="Raleway Semi-Bold"/>
                <a:sym typeface="Raleway Semi-Bold"/>
              </a:rPr>
              <a:t>Lorem ipsum dolor sit amet, consectetur adipiscing elit, sed do eiusmod tempor incididunt ut labore et dolore magna aliqua.</a:t>
            </a:r>
          </a:p>
          <a:p>
            <a:pPr algn="l">
              <a:lnSpc>
                <a:spcPts val="2240"/>
              </a:lnSpc>
              <a:spcBef>
                <a:spcPct val="0"/>
              </a:spcBef>
            </a:pPr>
            <a:r>
              <a:rPr lang="en-US" b="true" sz="1600">
                <a:solidFill>
                  <a:srgbClr val="00694C"/>
                </a:solidFill>
                <a:latin typeface="Raleway Semi-Bold"/>
                <a:ea typeface="Raleway Semi-Bold"/>
                <a:cs typeface="Raleway Semi-Bold"/>
                <a:sym typeface="Raleway Semi-Bold"/>
              </a:rPr>
              <a:t>Ut enim ad minim veniam, quis nostrud exercitation ullamco laboris nisi ut aliquip ex ea commodo consequat.</a:t>
            </a:r>
          </a:p>
        </p:txBody>
      </p:sp>
      <p:sp>
        <p:nvSpPr>
          <p:cNvPr name="TextBox 7" id="7"/>
          <p:cNvSpPr txBox="true"/>
          <p:nvPr/>
        </p:nvSpPr>
        <p:spPr>
          <a:xfrm rot="0">
            <a:off x="1219200" y="7256752"/>
            <a:ext cx="1676876" cy="1249343"/>
          </a:xfrm>
          <a:prstGeom prst="rect">
            <a:avLst/>
          </a:prstGeom>
        </p:spPr>
        <p:txBody>
          <a:bodyPr anchor="t" rtlCol="false" tIns="0" lIns="0" bIns="0" rIns="0">
            <a:spAutoFit/>
          </a:bodyPr>
          <a:lstStyle/>
          <a:p>
            <a:pPr algn="l" marL="0" indent="0" lvl="1">
              <a:lnSpc>
                <a:spcPts val="9037"/>
              </a:lnSpc>
            </a:pPr>
            <a:r>
              <a:rPr lang="en-US" b="true" sz="10041" spc="-461">
                <a:solidFill>
                  <a:srgbClr val="00694C"/>
                </a:solidFill>
                <a:latin typeface="Raleway Medium"/>
                <a:ea typeface="Raleway Medium"/>
                <a:cs typeface="Raleway Medium"/>
                <a:sym typeface="Raleway Medium"/>
              </a:rPr>
              <a:t>02.</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FBF6F1"/>
        </a:solidFill>
      </p:bgPr>
    </p:bg>
    <p:spTree>
      <p:nvGrpSpPr>
        <p:cNvPr id="1" name=""/>
        <p:cNvGrpSpPr/>
        <p:nvPr/>
      </p:nvGrpSpPr>
      <p:grpSpPr>
        <a:xfrm>
          <a:off x="0" y="0"/>
          <a:ext cx="0" cy="0"/>
          <a:chOff x="0" y="0"/>
          <a:chExt cx="0" cy="0"/>
        </a:xfrm>
      </p:grpSpPr>
      <p:sp>
        <p:nvSpPr>
          <p:cNvPr name="TextBox 2" id="2"/>
          <p:cNvSpPr txBox="true"/>
          <p:nvPr/>
        </p:nvSpPr>
        <p:spPr>
          <a:xfrm rot="0">
            <a:off x="2386180" y="4905046"/>
            <a:ext cx="13515640" cy="752475"/>
          </a:xfrm>
          <a:prstGeom prst="rect">
            <a:avLst/>
          </a:prstGeom>
        </p:spPr>
        <p:txBody>
          <a:bodyPr anchor="t" rtlCol="false" tIns="0" lIns="0" bIns="0" rIns="0">
            <a:spAutoFit/>
          </a:bodyPr>
          <a:lstStyle/>
          <a:p>
            <a:pPr algn="ctr" marL="0" indent="0" lvl="1">
              <a:lnSpc>
                <a:spcPts val="5400"/>
              </a:lnSpc>
            </a:pPr>
            <a:r>
              <a:rPr lang="en-US" b="true" sz="6000" spc="-276">
                <a:solidFill>
                  <a:srgbClr val="00694C"/>
                </a:solidFill>
                <a:latin typeface="Raleway Medium"/>
                <a:ea typeface="Raleway Medium"/>
                <a:cs typeface="Raleway Medium"/>
                <a:sym typeface="Raleway Medium"/>
              </a:rPr>
              <a:t>Success stories and learnings</a:t>
            </a:r>
          </a:p>
        </p:txBody>
      </p:sp>
      <p:sp>
        <p:nvSpPr>
          <p:cNvPr name="TextBox 3" id="3"/>
          <p:cNvSpPr txBox="true"/>
          <p:nvPr/>
        </p:nvSpPr>
        <p:spPr>
          <a:xfrm rot="0">
            <a:off x="2717437" y="5894349"/>
            <a:ext cx="12853125" cy="1944370"/>
          </a:xfrm>
          <a:prstGeom prst="rect">
            <a:avLst/>
          </a:prstGeom>
        </p:spPr>
        <p:txBody>
          <a:bodyPr anchor="t" rtlCol="false" tIns="0" lIns="0" bIns="0" rIns="0">
            <a:spAutoFit/>
          </a:bodyPr>
          <a:lstStyle/>
          <a:p>
            <a:pPr algn="ctr">
              <a:lnSpc>
                <a:spcPts val="3080"/>
              </a:lnSpc>
              <a:spcBef>
                <a:spcPct val="0"/>
              </a:spcBef>
            </a:pPr>
            <a:r>
              <a:rPr lang="en-US" b="true" sz="2200">
                <a:solidFill>
                  <a:srgbClr val="00694C"/>
                </a:solidFill>
                <a:latin typeface="Raleway Semi-Bold"/>
                <a:ea typeface="Raleway Semi-Bold"/>
                <a:cs typeface="Raleway Semi-Bold"/>
                <a:sym typeface="Raleway Semi-Bold"/>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sp>
        <p:nvSpPr>
          <p:cNvPr name="TextBox 4" id="4"/>
          <p:cNvSpPr txBox="true"/>
          <p:nvPr/>
        </p:nvSpPr>
        <p:spPr>
          <a:xfrm rot="0">
            <a:off x="4431909" y="2172056"/>
            <a:ext cx="9424182" cy="2437715"/>
          </a:xfrm>
          <a:prstGeom prst="rect">
            <a:avLst/>
          </a:prstGeom>
        </p:spPr>
        <p:txBody>
          <a:bodyPr anchor="t" rtlCol="false" tIns="0" lIns="0" bIns="0" rIns="0">
            <a:spAutoFit/>
          </a:bodyPr>
          <a:lstStyle/>
          <a:p>
            <a:pPr algn="ctr" marL="0" indent="0" lvl="1">
              <a:lnSpc>
                <a:spcPts val="17717"/>
              </a:lnSpc>
            </a:pPr>
            <a:r>
              <a:rPr lang="en-US" b="true" sz="19686" spc="-905">
                <a:solidFill>
                  <a:srgbClr val="00694C"/>
                </a:solidFill>
                <a:latin typeface="Raleway Bold"/>
                <a:ea typeface="Raleway Bold"/>
                <a:cs typeface="Raleway Bold"/>
                <a:sym typeface="Raleway Bold"/>
              </a:rPr>
              <a:t>92%</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20B48C"/>
        </a:solidFill>
      </p:bgPr>
    </p:bg>
    <p:spTree>
      <p:nvGrpSpPr>
        <p:cNvPr id="1" name=""/>
        <p:cNvGrpSpPr/>
        <p:nvPr/>
      </p:nvGrpSpPr>
      <p:grpSpPr>
        <a:xfrm>
          <a:off x="0" y="0"/>
          <a:ext cx="0" cy="0"/>
          <a:chOff x="0" y="0"/>
          <a:chExt cx="0" cy="0"/>
        </a:xfrm>
      </p:grpSpPr>
      <p:sp>
        <p:nvSpPr>
          <p:cNvPr name="TextBox 2" id="2"/>
          <p:cNvSpPr txBox="true"/>
          <p:nvPr/>
        </p:nvSpPr>
        <p:spPr>
          <a:xfrm rot="0">
            <a:off x="1123950" y="1304925"/>
            <a:ext cx="16040100" cy="1249343"/>
          </a:xfrm>
          <a:prstGeom prst="rect">
            <a:avLst/>
          </a:prstGeom>
        </p:spPr>
        <p:txBody>
          <a:bodyPr anchor="t" rtlCol="false" tIns="0" lIns="0" bIns="0" rIns="0">
            <a:spAutoFit/>
          </a:bodyPr>
          <a:lstStyle/>
          <a:p>
            <a:pPr algn="ctr" marL="0" indent="0" lvl="1">
              <a:lnSpc>
                <a:spcPts val="9037"/>
              </a:lnSpc>
            </a:pPr>
            <a:r>
              <a:rPr lang="en-US" b="true" sz="10041" spc="-461">
                <a:solidFill>
                  <a:srgbClr val="FBF6F1"/>
                </a:solidFill>
                <a:latin typeface="Raleway Medium"/>
                <a:ea typeface="Raleway Medium"/>
                <a:cs typeface="Raleway Medium"/>
                <a:sym typeface="Raleway Medium"/>
              </a:rPr>
              <a:t>Comparison</a:t>
            </a:r>
          </a:p>
        </p:txBody>
      </p:sp>
      <p:grpSp>
        <p:nvGrpSpPr>
          <p:cNvPr name="Group 3" id="3"/>
          <p:cNvGrpSpPr/>
          <p:nvPr/>
        </p:nvGrpSpPr>
        <p:grpSpPr>
          <a:xfrm rot="0">
            <a:off x="9247395" y="2958361"/>
            <a:ext cx="6253164" cy="5841351"/>
            <a:chOff x="0" y="0"/>
            <a:chExt cx="1394172" cy="1302357"/>
          </a:xfrm>
        </p:grpSpPr>
        <p:sp>
          <p:nvSpPr>
            <p:cNvPr name="Freeform 4" id="4"/>
            <p:cNvSpPr/>
            <p:nvPr/>
          </p:nvSpPr>
          <p:spPr>
            <a:xfrm flipH="false" flipV="false" rot="0">
              <a:off x="0" y="0"/>
              <a:ext cx="1394172" cy="1302357"/>
            </a:xfrm>
            <a:custGeom>
              <a:avLst/>
              <a:gdLst/>
              <a:ahLst/>
              <a:cxnLst/>
              <a:rect r="r" b="b" t="t" l="l"/>
              <a:pathLst>
                <a:path h="1302357" w="1394172">
                  <a:moveTo>
                    <a:pt x="9905" y="0"/>
                  </a:moveTo>
                  <a:lnTo>
                    <a:pt x="1384268" y="0"/>
                  </a:lnTo>
                  <a:cubicBezTo>
                    <a:pt x="1386895" y="0"/>
                    <a:pt x="1389414" y="1044"/>
                    <a:pt x="1391271" y="2901"/>
                  </a:cubicBezTo>
                  <a:cubicBezTo>
                    <a:pt x="1393129" y="4758"/>
                    <a:pt x="1394172" y="7278"/>
                    <a:pt x="1394172" y="9905"/>
                  </a:cubicBezTo>
                  <a:lnTo>
                    <a:pt x="1394172" y="1292452"/>
                  </a:lnTo>
                  <a:cubicBezTo>
                    <a:pt x="1394172" y="1295079"/>
                    <a:pt x="1393129" y="1297598"/>
                    <a:pt x="1391271" y="1299456"/>
                  </a:cubicBezTo>
                  <a:cubicBezTo>
                    <a:pt x="1389414" y="1301313"/>
                    <a:pt x="1386895" y="1302357"/>
                    <a:pt x="1384268" y="1302357"/>
                  </a:cubicBezTo>
                  <a:lnTo>
                    <a:pt x="9905" y="1302357"/>
                  </a:lnTo>
                  <a:cubicBezTo>
                    <a:pt x="7278" y="1302357"/>
                    <a:pt x="4758" y="1301313"/>
                    <a:pt x="2901" y="1299456"/>
                  </a:cubicBezTo>
                  <a:cubicBezTo>
                    <a:pt x="1044" y="1297598"/>
                    <a:pt x="0" y="1295079"/>
                    <a:pt x="0" y="1292452"/>
                  </a:cubicBezTo>
                  <a:lnTo>
                    <a:pt x="0" y="9905"/>
                  </a:lnTo>
                  <a:cubicBezTo>
                    <a:pt x="0" y="7278"/>
                    <a:pt x="1044" y="4758"/>
                    <a:pt x="2901" y="2901"/>
                  </a:cubicBezTo>
                  <a:cubicBezTo>
                    <a:pt x="4758" y="1044"/>
                    <a:pt x="7278" y="0"/>
                    <a:pt x="9905" y="0"/>
                  </a:cubicBezTo>
                  <a:close/>
                </a:path>
              </a:pathLst>
            </a:custGeom>
            <a:solidFill>
              <a:srgbClr val="A9DFD0"/>
            </a:solidFill>
          </p:spPr>
        </p:sp>
        <p:sp>
          <p:nvSpPr>
            <p:cNvPr name="TextBox 5" id="5"/>
            <p:cNvSpPr txBox="true"/>
            <p:nvPr/>
          </p:nvSpPr>
          <p:spPr>
            <a:xfrm>
              <a:off x="0" y="-38100"/>
              <a:ext cx="1394172" cy="1340457"/>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2787441" y="2958361"/>
            <a:ext cx="6253164" cy="5841351"/>
            <a:chOff x="0" y="0"/>
            <a:chExt cx="1394172" cy="1302357"/>
          </a:xfrm>
        </p:grpSpPr>
        <p:sp>
          <p:nvSpPr>
            <p:cNvPr name="Freeform 7" id="7"/>
            <p:cNvSpPr/>
            <p:nvPr/>
          </p:nvSpPr>
          <p:spPr>
            <a:xfrm flipH="false" flipV="false" rot="0">
              <a:off x="0" y="0"/>
              <a:ext cx="1394172" cy="1302357"/>
            </a:xfrm>
            <a:custGeom>
              <a:avLst/>
              <a:gdLst/>
              <a:ahLst/>
              <a:cxnLst/>
              <a:rect r="r" b="b" t="t" l="l"/>
              <a:pathLst>
                <a:path h="1302357" w="1394172">
                  <a:moveTo>
                    <a:pt x="9905" y="0"/>
                  </a:moveTo>
                  <a:lnTo>
                    <a:pt x="1384268" y="0"/>
                  </a:lnTo>
                  <a:cubicBezTo>
                    <a:pt x="1386895" y="0"/>
                    <a:pt x="1389414" y="1044"/>
                    <a:pt x="1391271" y="2901"/>
                  </a:cubicBezTo>
                  <a:cubicBezTo>
                    <a:pt x="1393129" y="4758"/>
                    <a:pt x="1394172" y="7278"/>
                    <a:pt x="1394172" y="9905"/>
                  </a:cubicBezTo>
                  <a:lnTo>
                    <a:pt x="1394172" y="1292452"/>
                  </a:lnTo>
                  <a:cubicBezTo>
                    <a:pt x="1394172" y="1295079"/>
                    <a:pt x="1393129" y="1297598"/>
                    <a:pt x="1391271" y="1299456"/>
                  </a:cubicBezTo>
                  <a:cubicBezTo>
                    <a:pt x="1389414" y="1301313"/>
                    <a:pt x="1386895" y="1302357"/>
                    <a:pt x="1384268" y="1302357"/>
                  </a:cubicBezTo>
                  <a:lnTo>
                    <a:pt x="9905" y="1302357"/>
                  </a:lnTo>
                  <a:cubicBezTo>
                    <a:pt x="7278" y="1302357"/>
                    <a:pt x="4758" y="1301313"/>
                    <a:pt x="2901" y="1299456"/>
                  </a:cubicBezTo>
                  <a:cubicBezTo>
                    <a:pt x="1044" y="1297598"/>
                    <a:pt x="0" y="1295079"/>
                    <a:pt x="0" y="1292452"/>
                  </a:cubicBezTo>
                  <a:lnTo>
                    <a:pt x="0" y="9905"/>
                  </a:lnTo>
                  <a:cubicBezTo>
                    <a:pt x="0" y="7278"/>
                    <a:pt x="1044" y="4758"/>
                    <a:pt x="2901" y="2901"/>
                  </a:cubicBezTo>
                  <a:cubicBezTo>
                    <a:pt x="4758" y="1044"/>
                    <a:pt x="7278" y="0"/>
                    <a:pt x="9905" y="0"/>
                  </a:cubicBezTo>
                  <a:close/>
                </a:path>
              </a:pathLst>
            </a:custGeom>
            <a:solidFill>
              <a:srgbClr val="A9DFD0"/>
            </a:solidFill>
          </p:spPr>
        </p:sp>
        <p:sp>
          <p:nvSpPr>
            <p:cNvPr name="TextBox 8" id="8"/>
            <p:cNvSpPr txBox="true"/>
            <p:nvPr/>
          </p:nvSpPr>
          <p:spPr>
            <a:xfrm>
              <a:off x="0" y="-38100"/>
              <a:ext cx="1394172" cy="1340457"/>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3729401" y="3826781"/>
            <a:ext cx="4369245" cy="1323975"/>
          </a:xfrm>
          <a:prstGeom prst="rect">
            <a:avLst/>
          </a:prstGeom>
        </p:spPr>
        <p:txBody>
          <a:bodyPr anchor="t" rtlCol="false" tIns="0" lIns="0" bIns="0" rIns="0">
            <a:spAutoFit/>
          </a:bodyPr>
          <a:lstStyle/>
          <a:p>
            <a:pPr algn="ctr" marL="0" indent="0" lvl="1">
              <a:lnSpc>
                <a:spcPts val="4950"/>
              </a:lnSpc>
            </a:pPr>
            <a:r>
              <a:rPr lang="en-US" b="true" sz="5500" spc="-253">
                <a:solidFill>
                  <a:srgbClr val="00694C"/>
                </a:solidFill>
                <a:latin typeface="Raleway Medium"/>
                <a:ea typeface="Raleway Medium"/>
                <a:cs typeface="Raleway Medium"/>
                <a:sym typeface="Raleway Medium"/>
              </a:rPr>
              <a:t>Current Results</a:t>
            </a:r>
          </a:p>
        </p:txBody>
      </p:sp>
      <p:sp>
        <p:nvSpPr>
          <p:cNvPr name="TextBox 10" id="10"/>
          <p:cNvSpPr txBox="true"/>
          <p:nvPr/>
        </p:nvSpPr>
        <p:spPr>
          <a:xfrm rot="0">
            <a:off x="10357872" y="3826781"/>
            <a:ext cx="4032209" cy="1323975"/>
          </a:xfrm>
          <a:prstGeom prst="rect">
            <a:avLst/>
          </a:prstGeom>
        </p:spPr>
        <p:txBody>
          <a:bodyPr anchor="t" rtlCol="false" tIns="0" lIns="0" bIns="0" rIns="0">
            <a:spAutoFit/>
          </a:bodyPr>
          <a:lstStyle/>
          <a:p>
            <a:pPr algn="ctr" marL="0" indent="0" lvl="1">
              <a:lnSpc>
                <a:spcPts val="4950"/>
              </a:lnSpc>
            </a:pPr>
            <a:r>
              <a:rPr lang="en-US" b="true" sz="5500" spc="-253">
                <a:solidFill>
                  <a:srgbClr val="00694C"/>
                </a:solidFill>
                <a:latin typeface="Raleway Medium"/>
                <a:ea typeface="Raleway Medium"/>
                <a:cs typeface="Raleway Medium"/>
                <a:sym typeface="Raleway Medium"/>
              </a:rPr>
              <a:t>Previous Periods</a:t>
            </a:r>
          </a:p>
        </p:txBody>
      </p:sp>
      <p:sp>
        <p:nvSpPr>
          <p:cNvPr name="TextBox 11" id="11"/>
          <p:cNvSpPr txBox="true"/>
          <p:nvPr/>
        </p:nvSpPr>
        <p:spPr>
          <a:xfrm rot="0">
            <a:off x="3495243" y="5471860"/>
            <a:ext cx="4837561" cy="2602307"/>
          </a:xfrm>
          <a:prstGeom prst="rect">
            <a:avLst/>
          </a:prstGeom>
        </p:spPr>
        <p:txBody>
          <a:bodyPr anchor="t" rtlCol="false" tIns="0" lIns="0" bIns="0" rIns="0">
            <a:spAutoFit/>
          </a:bodyPr>
          <a:lstStyle/>
          <a:p>
            <a:pPr algn="just">
              <a:lnSpc>
                <a:spcPts val="2976"/>
              </a:lnSpc>
              <a:spcBef>
                <a:spcPct val="0"/>
              </a:spcBef>
            </a:pPr>
            <a:r>
              <a:rPr lang="en-US" b="true" sz="2126">
                <a:solidFill>
                  <a:srgbClr val="00694C"/>
                </a:solidFill>
                <a:latin typeface="Raleway Semi-Bold"/>
                <a:ea typeface="Raleway Semi-Bold"/>
                <a:cs typeface="Raleway Semi-Bold"/>
                <a:sym typeface="Raleway Semi-Bold"/>
              </a:rPr>
              <a:t>Lorem ipsum dolor sit amet, consectetur adipiscing elit, sed do eiusmod tempor incididunt ut labore et dolore magna aliqua. Ut enim ad minim veniam, quis nostrud exercitation ullamco laboris nisi ut aliquip ex ea commodo consequat. </a:t>
            </a:r>
          </a:p>
        </p:txBody>
      </p:sp>
      <p:sp>
        <p:nvSpPr>
          <p:cNvPr name="TextBox 12" id="12"/>
          <p:cNvSpPr txBox="true"/>
          <p:nvPr/>
        </p:nvSpPr>
        <p:spPr>
          <a:xfrm rot="0">
            <a:off x="9955196" y="5471860"/>
            <a:ext cx="4837561" cy="2602307"/>
          </a:xfrm>
          <a:prstGeom prst="rect">
            <a:avLst/>
          </a:prstGeom>
        </p:spPr>
        <p:txBody>
          <a:bodyPr anchor="t" rtlCol="false" tIns="0" lIns="0" bIns="0" rIns="0">
            <a:spAutoFit/>
          </a:bodyPr>
          <a:lstStyle/>
          <a:p>
            <a:pPr algn="just">
              <a:lnSpc>
                <a:spcPts val="2976"/>
              </a:lnSpc>
              <a:spcBef>
                <a:spcPct val="0"/>
              </a:spcBef>
            </a:pPr>
            <a:r>
              <a:rPr lang="en-US" b="true" sz="2126">
                <a:solidFill>
                  <a:srgbClr val="00694C"/>
                </a:solidFill>
                <a:latin typeface="Raleway Semi-Bold"/>
                <a:ea typeface="Raleway Semi-Bold"/>
                <a:cs typeface="Raleway Semi-Bold"/>
                <a:sym typeface="Raleway Semi-Bold"/>
              </a:rPr>
              <a:t>Lorem ipsum dolor sit amet, consectetur adipiscing elit, sed do eiusmod tempor incididunt ut labore et dolore magna aliqua. Ut enim ad minim veniam, quis nostrud exercitation ullamco laboris nisi ut aliquip ex ea commodo consequat. </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A9DFD0"/>
        </a:solidFill>
      </p:bgPr>
    </p:bg>
    <p:spTree>
      <p:nvGrpSpPr>
        <p:cNvPr id="1" name=""/>
        <p:cNvGrpSpPr/>
        <p:nvPr/>
      </p:nvGrpSpPr>
      <p:grpSpPr>
        <a:xfrm>
          <a:off x="0" y="0"/>
          <a:ext cx="0" cy="0"/>
          <a:chOff x="0" y="0"/>
          <a:chExt cx="0" cy="0"/>
        </a:xfrm>
      </p:grpSpPr>
      <p:sp>
        <p:nvSpPr>
          <p:cNvPr name="TextBox 2" id="2"/>
          <p:cNvSpPr txBox="true"/>
          <p:nvPr/>
        </p:nvSpPr>
        <p:spPr>
          <a:xfrm rot="0">
            <a:off x="1219200" y="2075229"/>
            <a:ext cx="7924800" cy="3535343"/>
          </a:xfrm>
          <a:prstGeom prst="rect">
            <a:avLst/>
          </a:prstGeom>
        </p:spPr>
        <p:txBody>
          <a:bodyPr anchor="t" rtlCol="false" tIns="0" lIns="0" bIns="0" rIns="0">
            <a:spAutoFit/>
          </a:bodyPr>
          <a:lstStyle/>
          <a:p>
            <a:pPr algn="l" marL="0" indent="0" lvl="1">
              <a:lnSpc>
                <a:spcPts val="9037"/>
              </a:lnSpc>
            </a:pPr>
            <a:r>
              <a:rPr lang="en-US" b="true" sz="10041" spc="-461">
                <a:solidFill>
                  <a:srgbClr val="00694C"/>
                </a:solidFill>
                <a:latin typeface="Raleway Medium"/>
                <a:ea typeface="Raleway Medium"/>
                <a:cs typeface="Raleway Medium"/>
                <a:sym typeface="Raleway Medium"/>
              </a:rPr>
              <a:t>External and internal challenges</a:t>
            </a:r>
          </a:p>
        </p:txBody>
      </p:sp>
      <p:sp>
        <p:nvSpPr>
          <p:cNvPr name="TextBox 3" id="3"/>
          <p:cNvSpPr txBox="true"/>
          <p:nvPr/>
        </p:nvSpPr>
        <p:spPr>
          <a:xfrm rot="0">
            <a:off x="1219200" y="5762577"/>
            <a:ext cx="7635008" cy="2725420"/>
          </a:xfrm>
          <a:prstGeom prst="rect">
            <a:avLst/>
          </a:prstGeom>
        </p:spPr>
        <p:txBody>
          <a:bodyPr anchor="t" rtlCol="false" tIns="0" lIns="0" bIns="0" rIns="0">
            <a:spAutoFit/>
          </a:bodyPr>
          <a:lstStyle/>
          <a:p>
            <a:pPr algn="l">
              <a:lnSpc>
                <a:spcPts val="3080"/>
              </a:lnSpc>
              <a:spcBef>
                <a:spcPct val="0"/>
              </a:spcBef>
            </a:pPr>
            <a:r>
              <a:rPr lang="en-US" b="true" sz="2200">
                <a:solidFill>
                  <a:srgbClr val="00694C"/>
                </a:solidFill>
                <a:latin typeface="Raleway Semi-Bold"/>
                <a:ea typeface="Raleway Semi-Bold"/>
                <a:cs typeface="Raleway Semi-Bold"/>
                <a:sym typeface="Raleway Semi-Bold"/>
              </a:rPr>
              <a:t>Lorem ipsum dolor sit amet, consectetur adipiscing elit, sed do eiusmod tempor incididunt ut labore et dolore magna aliqua.</a:t>
            </a:r>
          </a:p>
          <a:p>
            <a:pPr algn="l">
              <a:lnSpc>
                <a:spcPts val="3080"/>
              </a:lnSpc>
              <a:spcBef>
                <a:spcPct val="0"/>
              </a:spcBef>
            </a:pPr>
            <a:r>
              <a:rPr lang="en-US" b="true" sz="2200">
                <a:solidFill>
                  <a:srgbClr val="00694C"/>
                </a:solidFill>
                <a:latin typeface="Raleway Semi-Bold"/>
                <a:ea typeface="Raleway Semi-Bold"/>
                <a:cs typeface="Raleway Semi-Bold"/>
                <a:sym typeface="Raleway Semi-Bold"/>
              </a:rPr>
              <a:t>Ut enim ad minim veniam, quis nostrud exercitation ullamco laboris nisi ut aliquip ex ea commodo consequat. Duis aute irure dolor in reprehenderit in voluptate velit esse cillum dolore eu fugiat nulla pariatur.</a:t>
            </a:r>
          </a:p>
        </p:txBody>
      </p:sp>
      <p:sp>
        <p:nvSpPr>
          <p:cNvPr name="Freeform 4" id="4"/>
          <p:cNvSpPr/>
          <p:nvPr/>
        </p:nvSpPr>
        <p:spPr>
          <a:xfrm flipH="false" flipV="false" rot="0">
            <a:off x="10167540" y="1529149"/>
            <a:ext cx="6663549" cy="7228702"/>
          </a:xfrm>
          <a:custGeom>
            <a:avLst/>
            <a:gdLst/>
            <a:ahLst/>
            <a:cxnLst/>
            <a:rect r="r" b="b" t="t" l="l"/>
            <a:pathLst>
              <a:path h="7228702" w="6663549">
                <a:moveTo>
                  <a:pt x="0" y="0"/>
                </a:moveTo>
                <a:lnTo>
                  <a:pt x="6663549" y="0"/>
                </a:lnTo>
                <a:lnTo>
                  <a:pt x="6663549" y="7228702"/>
                </a:lnTo>
                <a:lnTo>
                  <a:pt x="0" y="72287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BF6F1"/>
        </a:solidFill>
      </p:bgPr>
    </p:bg>
    <p:spTree>
      <p:nvGrpSpPr>
        <p:cNvPr id="1" name=""/>
        <p:cNvGrpSpPr/>
        <p:nvPr/>
      </p:nvGrpSpPr>
      <p:grpSpPr>
        <a:xfrm>
          <a:off x="0" y="0"/>
          <a:ext cx="0" cy="0"/>
          <a:chOff x="0" y="0"/>
          <a:chExt cx="0" cy="0"/>
        </a:xfrm>
      </p:grpSpPr>
      <p:sp>
        <p:nvSpPr>
          <p:cNvPr name="TextBox 2" id="2"/>
          <p:cNvSpPr txBox="true"/>
          <p:nvPr/>
        </p:nvSpPr>
        <p:spPr>
          <a:xfrm rot="0">
            <a:off x="1219200" y="2404427"/>
            <a:ext cx="8752518" cy="2828926"/>
          </a:xfrm>
          <a:prstGeom prst="rect">
            <a:avLst/>
          </a:prstGeom>
        </p:spPr>
        <p:txBody>
          <a:bodyPr anchor="t" rtlCol="false" tIns="0" lIns="0" bIns="0" rIns="0">
            <a:spAutoFit/>
          </a:bodyPr>
          <a:lstStyle/>
          <a:p>
            <a:pPr algn="l" marL="0" indent="0" lvl="1">
              <a:lnSpc>
                <a:spcPts val="7200"/>
              </a:lnSpc>
            </a:pPr>
            <a:r>
              <a:rPr lang="en-US" b="true" sz="8000" spc="-368">
                <a:solidFill>
                  <a:srgbClr val="00694C"/>
                </a:solidFill>
                <a:latin typeface="Raleway Medium"/>
                <a:ea typeface="Raleway Medium"/>
                <a:cs typeface="Raleway Medium"/>
                <a:sym typeface="Raleway Medium"/>
              </a:rPr>
              <a:t>Economic implications of current trends</a:t>
            </a:r>
          </a:p>
        </p:txBody>
      </p:sp>
      <p:sp>
        <p:nvSpPr>
          <p:cNvPr name="TextBox 3" id="3"/>
          <p:cNvSpPr txBox="true"/>
          <p:nvPr/>
        </p:nvSpPr>
        <p:spPr>
          <a:xfrm rot="0">
            <a:off x="1219200" y="5376228"/>
            <a:ext cx="7635008" cy="2725420"/>
          </a:xfrm>
          <a:prstGeom prst="rect">
            <a:avLst/>
          </a:prstGeom>
        </p:spPr>
        <p:txBody>
          <a:bodyPr anchor="t" rtlCol="false" tIns="0" lIns="0" bIns="0" rIns="0">
            <a:spAutoFit/>
          </a:bodyPr>
          <a:lstStyle/>
          <a:p>
            <a:pPr algn="l">
              <a:lnSpc>
                <a:spcPts val="3080"/>
              </a:lnSpc>
              <a:spcBef>
                <a:spcPct val="0"/>
              </a:spcBef>
            </a:pPr>
            <a:r>
              <a:rPr lang="en-US" b="true" sz="2200">
                <a:solidFill>
                  <a:srgbClr val="00694C"/>
                </a:solidFill>
                <a:latin typeface="Raleway Semi-Bold"/>
                <a:ea typeface="Raleway Semi-Bold"/>
                <a:cs typeface="Raleway Semi-Bold"/>
                <a:sym typeface="Raleway Semi-Bold"/>
              </a:rPr>
              <a:t>Lorem ipsum dolor sit amet, consectetur adipiscing elit, sed do eiusmod tempor incididunt ut labore et dolore magna aliqua.</a:t>
            </a:r>
          </a:p>
          <a:p>
            <a:pPr algn="l">
              <a:lnSpc>
                <a:spcPts val="3080"/>
              </a:lnSpc>
              <a:spcBef>
                <a:spcPct val="0"/>
              </a:spcBef>
            </a:pPr>
            <a:r>
              <a:rPr lang="en-US" b="true" sz="2200">
                <a:solidFill>
                  <a:srgbClr val="00694C"/>
                </a:solidFill>
                <a:latin typeface="Raleway Semi-Bold"/>
                <a:ea typeface="Raleway Semi-Bold"/>
                <a:cs typeface="Raleway Semi-Bold"/>
                <a:sym typeface="Raleway Semi-Bold"/>
              </a:rPr>
              <a:t>Ut enim ad minim veniam, quis nostrud exercitation ullamco laboris nisi ut aliquip ex ea commodo consequat. Duis aute irure dolor in reprehenderit in voluptate velit esse cillum dolore eu fugiat nulla pariatur.</a:t>
            </a:r>
          </a:p>
        </p:txBody>
      </p:sp>
      <p:pic>
        <p:nvPicPr>
          <p:cNvPr name="Picture 4" id="4"/>
          <p:cNvPicPr>
            <a:picLocks noChangeAspect="true"/>
          </p:cNvPicPr>
          <p:nvPr/>
        </p:nvPicPr>
        <p:blipFill>
          <a:blip r:embed="rId2"/>
          <a:stretch>
            <a:fillRect/>
          </a:stretch>
        </p:blipFill>
        <p:spPr>
          <a:xfrm rot="0">
            <a:off x="9775475" y="1314608"/>
            <a:ext cx="7657784" cy="7657784"/>
          </a:xfrm>
          <a:prstGeom prst="rect">
            <a:avLst/>
          </a:prstGeom>
        </p:spPr>
      </p:pic>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BF6F1"/>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923791" y="-783256"/>
            <a:ext cx="11853512" cy="11853512"/>
          </a:xfrm>
          <a:custGeom>
            <a:avLst/>
            <a:gdLst/>
            <a:ahLst/>
            <a:cxnLst/>
            <a:rect r="r" b="b" t="t" l="l"/>
            <a:pathLst>
              <a:path h="11853512" w="11853512">
                <a:moveTo>
                  <a:pt x="0" y="0"/>
                </a:moveTo>
                <a:lnTo>
                  <a:pt x="11853513" y="0"/>
                </a:lnTo>
                <a:lnTo>
                  <a:pt x="11853513" y="11853512"/>
                </a:lnTo>
                <a:lnTo>
                  <a:pt x="0" y="118535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219200" y="2646761"/>
            <a:ext cx="8144502" cy="5212553"/>
          </a:xfrm>
          <a:prstGeom prst="rect">
            <a:avLst/>
          </a:prstGeom>
        </p:spPr>
        <p:txBody>
          <a:bodyPr anchor="t" rtlCol="false" tIns="0" lIns="0" bIns="0" rIns="0">
            <a:spAutoFit/>
          </a:bodyPr>
          <a:lstStyle/>
          <a:p>
            <a:pPr algn="l" marL="0" indent="0" lvl="1">
              <a:lnSpc>
                <a:spcPts val="13331"/>
              </a:lnSpc>
            </a:pPr>
            <a:r>
              <a:rPr lang="en-US" b="true" sz="14812" spc="-681">
                <a:solidFill>
                  <a:srgbClr val="00694C"/>
                </a:solidFill>
                <a:latin typeface="Raleway Medium"/>
                <a:ea typeface="Raleway Medium"/>
                <a:cs typeface="Raleway Medium"/>
                <a:sym typeface="Raleway Medium"/>
              </a:rPr>
              <a:t>Thank you very much!</a:t>
            </a:r>
          </a:p>
        </p:txBody>
      </p:sp>
      <p:sp>
        <p:nvSpPr>
          <p:cNvPr name="TextBox 4" id="4"/>
          <p:cNvSpPr txBox="true"/>
          <p:nvPr/>
        </p:nvSpPr>
        <p:spPr>
          <a:xfrm rot="0">
            <a:off x="1219200" y="8877297"/>
            <a:ext cx="9179504" cy="381003"/>
          </a:xfrm>
          <a:prstGeom prst="rect">
            <a:avLst/>
          </a:prstGeom>
        </p:spPr>
        <p:txBody>
          <a:bodyPr anchor="t" rtlCol="false" tIns="0" lIns="0" bIns="0" rIns="0">
            <a:spAutoFit/>
          </a:bodyPr>
          <a:lstStyle/>
          <a:p>
            <a:pPr algn="l" marL="0" indent="0" lvl="1">
              <a:lnSpc>
                <a:spcPts val="2700"/>
              </a:lnSpc>
            </a:pPr>
            <a:r>
              <a:rPr lang="en-US" b="true" sz="3000" spc="-138">
                <a:solidFill>
                  <a:srgbClr val="00694C"/>
                </a:solidFill>
                <a:latin typeface="Raleway Medium"/>
                <a:ea typeface="Raleway Medium"/>
                <a:cs typeface="Raleway Medium"/>
                <a:sym typeface="Raleway Medium"/>
              </a:rPr>
              <a:t>www.reallygreatsite.com</a:t>
            </a:r>
          </a:p>
        </p:txBody>
      </p:sp>
      <p:sp>
        <p:nvSpPr>
          <p:cNvPr name="TextBox 5" id="5"/>
          <p:cNvSpPr txBox="true"/>
          <p:nvPr/>
        </p:nvSpPr>
        <p:spPr>
          <a:xfrm rot="0">
            <a:off x="1219200" y="1104900"/>
            <a:ext cx="9179504" cy="381003"/>
          </a:xfrm>
          <a:prstGeom prst="rect">
            <a:avLst/>
          </a:prstGeom>
        </p:spPr>
        <p:txBody>
          <a:bodyPr anchor="t" rtlCol="false" tIns="0" lIns="0" bIns="0" rIns="0">
            <a:spAutoFit/>
          </a:bodyPr>
          <a:lstStyle/>
          <a:p>
            <a:pPr algn="l" marL="0" indent="0" lvl="1">
              <a:lnSpc>
                <a:spcPts val="2700"/>
              </a:lnSpc>
            </a:pPr>
            <a:r>
              <a:rPr lang="en-US" b="true" sz="3000" spc="-138">
                <a:solidFill>
                  <a:srgbClr val="00694C"/>
                </a:solidFill>
                <a:latin typeface="Raleway Medium"/>
                <a:ea typeface="Raleway Medium"/>
                <a:cs typeface="Raleway Medium"/>
                <a:sym typeface="Raleway Medium"/>
              </a:rPr>
              <a:t>Presented by Sandra Haro</a:t>
            </a:r>
          </a:p>
        </p:txBody>
      </p:sp>
      <p:sp>
        <p:nvSpPr>
          <p:cNvPr name="Freeform 6" id="6"/>
          <p:cNvSpPr/>
          <p:nvPr/>
        </p:nvSpPr>
        <p:spPr>
          <a:xfrm flipH="false" flipV="false" rot="0">
            <a:off x="11867657" y="1376536"/>
            <a:ext cx="5561408" cy="7533927"/>
          </a:xfrm>
          <a:custGeom>
            <a:avLst/>
            <a:gdLst/>
            <a:ahLst/>
            <a:cxnLst/>
            <a:rect r="r" b="b" t="t" l="l"/>
            <a:pathLst>
              <a:path h="7533927" w="5561408">
                <a:moveTo>
                  <a:pt x="0" y="0"/>
                </a:moveTo>
                <a:lnTo>
                  <a:pt x="5561408" y="0"/>
                </a:lnTo>
                <a:lnTo>
                  <a:pt x="5561408" y="7533928"/>
                </a:lnTo>
                <a:lnTo>
                  <a:pt x="0" y="753392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DAGbsetISJ0</dc:identifier>
  <dcterms:modified xsi:type="dcterms:W3CDTF">2011-08-01T06:04:30Z</dcterms:modified>
  <cp:revision>1</cp:revision>
</cp:coreProperties>
</file>